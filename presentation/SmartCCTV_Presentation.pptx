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evaluators and committee members. Today I am proud to present SmartCCTV Control Center, an end-to-end cloud platform that redefines how enterprise cameras generate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enterprise CCTV today is treated as a grudge purchase and insurance requirement. Our solution transforms it into a profit-driving operational optimization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total addressable market. Every company with 5+ cameras is an immediate prospect for our software-defined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decoupling the hardware from the application enables an 'App Store' model. We don't build single-purpose software; we build a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application catalog. Clarify that while Smart Parking and Smart Traffic are on the roadmap, Smart Office is 100% operational in our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critical UX distinction we built: we strictly separate what policy the customer chooses from what AI capabilities the platform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our ethical framework. We designed this product to empower office managers, not to create a dystopian surveillance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technology choices. We chose React 19 + TypeScript + Vite for ultra-fast performance, and a bespoke CSS design system to avoid generic AI template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plan. By charging per camera per month, our revenue scales naturally with the customer's physical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MVP we are presenting today is the foundation of a real 18-month commercial product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10 acceptance criteria that were met and provide direct links to the live Vercel app and GitHub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examination committee and invite questions regarding architecture, computer vision pipeline, business viability, or live demo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SMART CCTV CONTROL CENTER</a:t>
            </a:r>
          </a:p>
          <a:p>
            <a:pPr>
              <a:spcBef>
                <a:spcPts val="10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Cloud-Based Computer Vision &amp; Workplace Spatial Intelligence Platform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Transforming passive video surveillance into actionable, policy-driven business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Lead Architect: Mohamed Reda Elramsesy (ELRAMSESY)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University Graduation Project Prototype | Faculty of Engineering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INDUSTRY PROBLEM &amp; MARKET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Traditional CCTV is Broken: The Passive Surveillance Dilemma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Billions spent on camera hardware; zero intelligence extracted until after an incident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99.4%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Footage Unwatched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Recorded blindly to local disks and overwritten without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22 Mins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Observer Fatigue Limit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Security guards lose 95% of target detection ability within 22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$0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Operational Value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Traditional cameras provide zero real-time spatial or occupancy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1206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[SYSTEMIC FLAWS]  Key Enterprise Bottlenecks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Siloed, proprietary NVR hardware with high maintenance costs.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automated compliance enforcement for safety, smoking, or occupancy.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Delayed incident response: security discovers issues hours after occurrence.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Manual audits require days of tedious video scrubbing.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[MARKET DEMAND]  The Modern Business Expectation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Workplace managers need real-time occupancy and safety metrics.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Configurable policies that adapt to company rules without re-coding.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Transparent human review that catches false alarms before escalation.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 unified control center for office, parking, and facility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A $90B+ Market Transitioning to Spatial AI &amp; Edge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Rapid enterprise adoption of computer vision across corporate facilities and urban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$53.7B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Global Video Surveillance (2024)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Growing at 11.8% CAGR to reach $90.5B by 2030.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82%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Enterprise AI Adoption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Commercial real estate and smart offices investing in spatial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3.4x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ROI on Automated Review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Reduced labor overhead and insurance premiums via verified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070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101498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[GO-TO-MARKET]  Target Customer Segments &amp; Core Value Proposition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Corporate Headquarters &amp; Tech Parks: Dynamic hybrid office occupancy, compliance tracking, and space utilization.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Commercial Property &amp; Co-Working: Automated billing based on verified desk usage and meeting room occupancy.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Industrial &amp; Logistics Facilities: Zero-tolerance smoking and phone policy enforcement in high-hazard zones.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Smart Municipalities: Unified traffic monitoring and automated parking management via the same ingestion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PRODUCT VISION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The Decoupled Architecture: Ingestion vs. Domain Applications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Separating hardware connectivity from AI inference and business rule configuration.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[HARDWARE INGESTION]  Layer 1: Edge &amp; Ingestion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Camera Agnostic: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Compatible with any RTSP, ONVIF, or IP camera stream.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vendor lock-in with proprietary camera brands.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Local edge inference gateway options for low-bandwidth sites.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Continuous device health monitoring &amp; offline heartbeat.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[AI PROCESSING CORE]  Layer 2: Cloud AI Pipeline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Computer Vision Models: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YOLOv8/v10 for real-time person &amp; object detection.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Spatial bounding boxes with custom polygon zones.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Posture &amp; gesture classification (phone holding, smoking).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Probabilistic confidence scoring on every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[MANAGEMENT CONSOLE]  Layer 3: Control Center UI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Customer Experience: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No-code policy rules configured by office managers.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Real-time occupancy analytics &amp; capacity thresholding.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Human-in-the-loop triage with review logs.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Modular App Catalog (Smart Office, Parking, Traffic).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PLATFORM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The 'App Store' for Physical Spaces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One camera infrastructure powering multiple specialized AI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[FLAGSHIP PRODUCT]  Smart Office (MVP Live)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Status: ACTIVE &amp; FULLY IMPLEMENTED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People counting &amp; zone occupancy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Smoking policy detection (vaping, cigarettes)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Phone usage monitoring in restricted work areas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Overcrowding &amp; capacity threshold alerts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Integrated human review and audit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[Q3 2027 EXPANSION]  Smart Parking (Roadmap)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Status: COMING SOON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Automated license plate recognition (ALPR)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Real-time stall availability and vacancy maps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Illegal parking &amp; blocked driveway alerts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EV charging bay time violation tracking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Dynamic parking guidance signage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19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Arial"/>
              </a:defRPr>
            </a:pPr>
            <a:r>
              <a:t>[Q1 2028 EXPANSION]  Smart Traffic (Roadmap)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Status: COMING SOON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Multimodal vehicle classification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Intersection congestion &amp; queue length tracking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Traffic flow heatmaps &amp; peak hour prediction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Incident detection (stopped cars, wrong-way)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Municipal dashboard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WORKFLOW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Configurable Workplace Policies &amp; AI Analytics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Empowering non-technical office managers to tune detection rules without writing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[CUSTOMER POLICY LAYER]  Workplace Policies (Customer Choice)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Smoking: Allowed / Forbidden / Restricted to Designated Zones.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Phone Usage: Allowed / Breaks Only / Forbidden in Work Zones.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Occupancy Limits: Granular numerical limits per zone (Lobby, Desk Cluster).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[AI ANALYTICS LAYER]  AI Capabilities (System Power)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Independent feature toggles for People Counting &amp; Occupancy.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Posture-based phone holding &amp; smoking gesture classifiers.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Restricted-zone polygon perimeter intrusion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[NOTIFICATION POLICY]  Alerts &amp; Human Triage Rules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Select which event categories send urgent alerts.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Mandate human review for high-impact infractions.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Filter noise by setting custom review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[DATA GOVERNANCE]  Persistence &amp; Version Control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Immediate reactivity with browser &amp; cloud state persistence.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One-click 'Reset to Demo Defaults' for training &amp; demos.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Every change generates an immutable before/after audit log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ETHICS &amp; OPERATIONAL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Responsible AI: Human-in-the-Loop Triage &amp;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Preventing algorithmic bias and automated penalties through structured operator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Facial Recognition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Strictly privacy-preserving: tracking people as bounding volumes, not identities.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Output Preservation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Human decisions do not overwrite raw AI confidence or model detections.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3-State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Verification Workflow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Confirmed · False Positive · Needs Further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070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101498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[GOVERNANCE PRINCIPLES]  Why Human Review is Vital for Enterprise Adoption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Context Matters: A phone gesture might be a handheld calculator or medical monitor; humans provide common-sense validation.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Audit Trail Defense: In case of workplace dispute or HR inquiry, the immutable audit log proves who reviewed the event and why.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Feedback Loop: Operator corrections (False Positive flags) produce labeled edge-case datasets for future model fine-tuning.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No Automated Penalties: SmartCCTV advises and surfaces structured evidence; human managers make the ultimate personnel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Modern Full-Stack Architecture Built for Speed &amp; Precision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Clean TypeScript implementation leveraging modern web standards and responsive layout.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[CLIENT CORE]  Frontend Layer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React 19 &amp; TypeScript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Vite 8.3 build system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React Router v7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Sub-second HMR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UI bloat libraries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[UI / UX SYSTEM]  Telemetry Design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Bespoke CSS tokens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JetBrains Mono font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Tactical Obsidian theme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Pulsing live status dots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WCAG contrast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[STATE ENGINE]  State &amp; Persistence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Reactive custom store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Storage synchronization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Live KPI derivation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filter pipelines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Audit trail recorder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[DEVOPS &amp; CLOUD]  Cloud &amp; Delivery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Vercel Edge Platform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Continuous Deployment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SPA routing rewrites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Production asset gzip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Global CDN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BUSINESS VIABILITY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SaaS Business Model: Predictable Recurring Unit Economics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Tiered per-camera subscription model with high gross margins and low marginal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$25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Per Camera / Month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Standard tier including core ingestion, dashboard, and Smart Office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78%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Gross Margin Target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Low cloud inference compute cost via edge motion-gating and downsampling.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4.2 Mos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Arial"/>
              </a:defRPr>
            </a:pPr>
            <a:r>
              <a:t>CAC Payback Period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Short sales cycle targeting facility managers and commercial landlords.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1206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[PRICING TIERS]  Tiered SaaS Pricing Structure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Starter ($15/cam/mo): Up to 8 cameras, occupancy tracking, 7-day retention.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Professional ($25/cam/mo): Up to 32 cameras, all policy detections, 30-day logs.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Enterprise ($40/cam/mo): Unlimited cameras, multi-site, custom zones, SLA.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256032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[EXPANSION MODEL]  Revenue Expansion Vectors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Modular App Add-Ons: Charge +$10/cam for Smart Parking or Smart Traffic.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Edge Acceleration Hardware: One-time margin on turnkey inferencing gateways.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API Integrations: Premium connectors for Slack, MS Teams, and BMS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18-Month Engineering &amp; Commercial Expansion Plan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From graduation prototype to commercial pilot deployment and ecosystem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[CURRENT MILESTONE]  Phase 1: MVP (Complete)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Core Control Center UI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Smart Office app configuration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Event triage &amp; human review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Complete audit logging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Live deployment on Vercel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[NEXT 6 MONTHS]  Phase 2: Q1–Q2 2027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Live WebRTC video streams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Turnkey edge inferencing box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Slack &amp; Teams webhook alerts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Pilot testing in 2 offices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Multi-user roles &amp;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[MONTHS 6–12]  Phase 3: Q3–Q4 2027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Smart Parking app release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License plate recognition (ALPR)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Enterprise BMS integrations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SOC 2 Type II compliance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Mobile operator app (iOS/Android)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74519"/>
            <a:ext cx="2103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Arial"/>
              </a:defRPr>
            </a:pPr>
            <a:r>
              <a:t>[MONTHS 12–18]  Phase 4: 2028+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Smart Traffic municipal app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On-premise air-gapped edition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Federated model training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Multi-region cloud failover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• Global partner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VALIDATION &amp;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Acceptance Criteria Fulfilled: 10/10 Core Requirements Met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All functional MVP milestones tested, verified, and running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[FEATURE CHECKLIST]  Validated Functional Milestones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Real-time Overview Dashboard with live KPIs &amp; occupancy curve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Camera management directory with hardware diagnostics modal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4-Section Smart Office configuration engine with validation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Multi-parameter event filtering (search, type, review status)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3-Pathway human-in-the-loop review with custom reviewer notes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Synchronous dashboard metric recalculation upon review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Persistent state across browser refreshes via custom store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Immutable before/after audit log tracking all actions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Modular Application Catalog showing roadmap extensibility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✓ Zero broken interactions, zero console errors, full type-safety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724"/>
          </a:solidFill>
          <a:ln w="12700">
            <a:solidFill>
              <a:srgbClr val="232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[DEPLOYMENT LINKS]  Production Deployment Details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Live Production URL: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https://smartcctv-controlpage-mvp.vercel.app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GitHub Repository: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https://github.com/m-elramsesy/SmartCCTV_ControlPage_MVP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Tech Stack: React 19 + TypeScript + Vite + Recharts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Lead Engineer: Mohamed Reda Elramsesy (ELRAMSESY)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License: MIT Open Source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Build Status: Production Bundle Verified (0 Errors)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SMART CCTV CONTROL CENTER</a:t>
            </a:r>
          </a:p>
          <a:p>
            <a:pPr>
              <a:spcBef>
                <a:spcPts val="800"/>
              </a:spcBef>
              <a:defRPr sz="2200">
                <a:solidFill>
                  <a:srgbClr val="F1F5F9"/>
                </a:solidFill>
                <a:latin typeface="Arial"/>
              </a:defRPr>
            </a:pPr>
            <a:r>
              <a:t>Thank You for Your Time &amp; Attention</a:t>
            </a:r>
          </a:p>
          <a:p>
            <a:pPr>
              <a:spcBef>
                <a:spcPts val="1200"/>
              </a:spcBef>
              <a:defRPr sz="1600">
                <a:solidFill>
                  <a:srgbClr val="10B981"/>
                </a:solidFill>
                <a:latin typeface="Arial"/>
              </a:defRPr>
            </a:pPr>
            <a:r>
              <a:t>Questions, Feedback &amp; Committee Discussion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Live Interactive Demo: https://smartcctv-controlpage-mvp.vercel.app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Codebase: https://github.com/m-elramsesy/SmartCCTV_ControlPage_MVP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